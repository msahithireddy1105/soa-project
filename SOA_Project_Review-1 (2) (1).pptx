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90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8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8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8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svg"/><Relationship Id="rId3" Type="http://schemas.openxmlformats.org/officeDocument/2006/relationships/hyperlink" Target="https://svgsilh.com/03a9f4/image/98809.html" TargetMode="Externa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20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371372"/>
              </p:ext>
            </p:extLst>
          </p:nvPr>
        </p:nvGraphicFramePr>
        <p:xfrm>
          <a:off x="8193271" y="4548509"/>
          <a:ext cx="370205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Kakunuri Yasaswi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2420030053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Muduganti Sahithi Reddy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8 August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MINDBRIDGE AI: MULTI-AGENT MENTAL WELLNESS &amp; 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PLATFORM FOR DISABLED INDIVIDUALS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3000" y="1450000"/>
            <a:ext cx="10826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Fragmented accessibility: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Individuals with visual, hearing, speech, or motor disabilities are underserved by mainstream mental-wellness apps built around text-only, single-agent chat interfaces.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Monolithic architectures: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Existing digital mental-health tools are built as tightly-coupled applications that are difficult to scale, extend with new capabilities, or adapt to diverse accessibility needs.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No unified platform: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There is no solution that combines multi-agent AI orchestration with accessibility-first design (speech-to-text, text-to-speech, adaptive UI) delivered as independently deployable services.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Coordination overhead: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Manual coordination between wellness coaching, crisis monitoring, and accessibility support increases response latency and risk for disabled users in genuine distress.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3000" y="1450000"/>
            <a:ext cx="10826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Multi-agent orchestration: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Design an architecture using CrewAI and LangGraph to orchestrate specialized wellness, crisis-detection, and accessibility agents as independent microservices.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Speech accessibility: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Integrate Whisper-based speech-to-text and text-to-speech pipelines for hands-free, screen-reader-friendly interaction for visually and motor-impaired users.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Service-oriented backend: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Expose all agent capabilities through FastAPI microservices following SOA principles, containerized with Docker for independent scaling and deployment.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Accessible frontend: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Build a cross-platform Flutter client with accessibility-compliant UI: high-contrast themes, voice navigation, and screen-reader support.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Evaluation: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Assess the platform's responsiveness, accessibility compliance, and reliability of crisis detection under realistic usage scenarios.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b="1" sz="1300">
                          <a:latin typeface="Times New Roman"/>
                        </a:rPr>
                        <a:t>Waaler et al.</a:t>
                      </a:r>
                      <a:r>
                        <a:rPr b="0" sz="1300">
                          <a:latin typeface="Times New Roman"/>
                        </a:rPr>
                        <a:t>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200">
                          <a:latin typeface="Times New Roman"/>
                        </a:rPr>
                        <a:t>MindCare: A Multi-Agent AI Architecture for Personalized and Responsible Mental Health Support, </a:t>
                      </a:r>
                      <a:r>
                        <a:rPr b="1" sz="1200">
                          <a:latin typeface="Times New Roman"/>
                        </a:rPr>
                        <a:t>IJRSI,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b="1" sz="1200">
                          <a:latin typeface="Times New Roman"/>
                        </a:rPr>
                        <a:t>Modular multi-agent LLM architecture </a:t>
                      </a:r>
                      <a:r>
                        <a:rPr b="0" sz="1200">
                          <a:latin typeface="Times New Roman"/>
                        </a:rPr>
                        <a:t>with dedicated intent-recognition, compliance, response-generation and memory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b="0" sz="1200">
                          <a:latin typeface="Times New Roman"/>
                        </a:rPr>
                        <a:t>Decomposing the chatbot into specialized agents </a:t>
                      </a:r>
                      <a:r>
                        <a:rPr b="1" sz="1200">
                          <a:latin typeface="Times New Roman"/>
                        </a:rPr>
                        <a:t>improves personalization and ethical compliance</a:t>
                      </a:r>
                      <a:r>
                        <a:rPr b="0" sz="1200">
                          <a:latin typeface="Times New Roman"/>
                        </a:rPr>
                        <a:t> over a single monolithic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b="0" sz="1200">
                          <a:latin typeface="Times New Roman"/>
                        </a:rPr>
                        <a:t>Limited to text-based interaction; no voice/accessibility layer or containerized SOA deployment for scaling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b="1" sz="1300">
                          <a:latin typeface="Times New Roman"/>
                        </a:rPr>
                        <a:t>Ferber et al.</a:t>
                      </a:r>
                      <a:r>
                        <a:rPr b="0" sz="1300">
                          <a:latin typeface="Times New Roman"/>
                        </a:rPr>
                        <a:t>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200">
                          <a:latin typeface="Times New Roman"/>
                        </a:rPr>
                        <a:t>Conversational Health Agents: A Personalized LLM-Powered Agent Framework (openCHA), </a:t>
                      </a:r>
                      <a:r>
                        <a:rPr b="1" sz="1200">
                          <a:latin typeface="Times New Roman"/>
                        </a:rPr>
                        <a:t>JAMIA Open, 2025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b="0" sz="1200">
                          <a:latin typeface="Times New Roman"/>
                        </a:rPr>
                        <a:t>LLM-powered </a:t>
                      </a:r>
                      <a:r>
                        <a:rPr b="1" sz="1200">
                          <a:latin typeface="Times New Roman"/>
                        </a:rPr>
                        <a:t>Orchestrator agent</a:t>
                      </a:r>
                      <a:r>
                        <a:rPr b="0" sz="1200">
                          <a:latin typeface="Times New Roman"/>
                        </a:rPr>
                        <a:t> that analyzes queries, retrieves data, and invokes external healthcare tools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b="0" sz="1200">
                          <a:latin typeface="Times New Roman"/>
                        </a:rPr>
                        <a:t>Achieved </a:t>
                      </a:r>
                      <a:r>
                        <a:rPr b="1" sz="1200">
                          <a:latin typeface="Times New Roman"/>
                        </a:rPr>
                        <a:t>92.1% accuracy</a:t>
                      </a:r>
                      <a:r>
                        <a:rPr b="0" sz="1200">
                          <a:latin typeface="Times New Roman"/>
                        </a:rPr>
                        <a:t> in diabetic-patient management vs 51.8% for GPT-4 alone, showing orchestrated agents outperform single-model baselines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b="0" sz="1200">
                          <a:latin typeface="Times New Roman"/>
                        </a:rPr>
                        <a:t>General-purpose healthcare focus; no mental-wellness-specific safety agents or disability accessibility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b="1" sz="1300">
                          <a:latin typeface="Times New Roman"/>
                        </a:rPr>
                        <a:t>Javed et al.</a:t>
                      </a:r>
                      <a:r>
                        <a:rPr b="0" sz="1300">
                          <a:latin typeface="Times New Roman"/>
                        </a:rPr>
                        <a:t>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0" sz="1200">
                          <a:latin typeface="Times New Roman"/>
                        </a:rPr>
                        <a:t>The Interspeech 2025 Speech Accessibility Project (SAP) Challenge, </a:t>
                      </a:r>
                      <a:r>
                        <a:rPr b="1" sz="1200">
                          <a:latin typeface="Times New Roman"/>
                        </a:rPr>
                        <a:t>Interspeech, 2025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b="1" sz="1200">
                          <a:latin typeface="Times New Roman"/>
                        </a:rPr>
                        <a:t>Benchmarked ASR systems </a:t>
                      </a:r>
                      <a:r>
                        <a:rPr b="0" sz="1200">
                          <a:latin typeface="Times New Roman"/>
                        </a:rPr>
                        <a:t>on 400+ hours of speech from individuals with diverse speech disabilities against a Whisper-large-v2 baseline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b="0" sz="1200">
                          <a:latin typeface="Times New Roman"/>
                        </a:rPr>
                        <a:t>Top submissions achieved </a:t>
                      </a:r>
                      <a:r>
                        <a:rPr b="1" sz="1200">
                          <a:latin typeface="Times New Roman"/>
                        </a:rPr>
                        <a:t>8.11% WER</a:t>
                      </a:r>
                      <a:r>
                        <a:rPr b="0" sz="1200">
                          <a:latin typeface="Times New Roman"/>
                        </a:rPr>
                        <a:t>, confirming Whisper-based ASR is a viable accessibility baseline but needs fine-tuning for impaired speech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b="0" sz="1200">
                          <a:latin typeface="Times New Roman"/>
                        </a:rPr>
                        <a:t>Focused solely on ASR benchmarking; no end-to-end integration with mental-wellness or multi-agent orchestration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8 August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3000" y="2050000"/>
            <a:ext cx="10826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Isolated focus: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Existing work addresses either conversational mental-health quality or speech accessibility in isolation — none combine both under a unified, service-oriented architecture.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Underused orchestration: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Multi-agent frameworks such as CrewAI and LangGraph have not been widely applied to jointly orchestrate wellness coaching, crisis detection, and accessibility adaptation as independently deployable microservices.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Benchmark-only accessibility research: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Speech accessibility studies (e.g. ASR benchmarking on impaired speech) evaluate models in isolation, without integration into a live, containerized, multi-agent wellness platform.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Limited cross-platform accessible clients: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Little existing work connects an accessible, cross-platform (Flutter) frontend to agentic backend microservices for real-time, crisis-aware support.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3000" y="2050000"/>
            <a:ext cx="10826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Novel combination: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Merges multi-agent orchestration (CrewAI + LangGraph) with accessibility-first design — a combination largely unexplored in current mental-wellness literature.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True SOA design: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Each capability — wellness coaching, crisis detection, transcription, speech synthesis — runs as an independent, containerized FastAPI microservice, enabling scalability and fault isolation.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Voice-first interaction: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Whisper speech-to-text and text-to-speech make the platform usable by individuals with visual, motor, or speech impairments without requiring them to adapt to the tool.</a:t>
            </a:r>
          </a:p>
          <a:p>
            <a:pPr marL="285750" indent="-285750">
              <a:spcAft>
                <a:spcPts val="1000"/>
              </a:spcAft>
              <a:buFont typeface="Arial"/>
              <a:buChar char="•"/>
            </a:pPr>
            <a:r>
              <a:rPr b="1" sz="1800">
                <a:solidFill>
                  <a:srgbClr val="003366"/>
                </a:solidFill>
                <a:latin typeface="Times New Roman"/>
              </a:rPr>
              <a:t>Unified accessible client: </a:t>
            </a:r>
            <a:r>
              <a:rPr b="0" sz="1800">
                <a:solidFill>
                  <a:srgbClr val="1A1A1A"/>
                </a:solidFill>
                <a:latin typeface="Times New Roman"/>
              </a:rPr>
              <a:t>A single Flutter codebase delivers consistent accessibility (screen-reader support, voice navigation) across mobile and desktop.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3000" y="1950000"/>
          <a:ext cx="10826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000"/>
                <a:gridCol w="1500000"/>
                <a:gridCol w="4726000"/>
              </a:tblGrid>
              <a:tr h="65714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Times New Roman"/>
                        </a:rPr>
                        <a:t>Deliverable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1. Requirement Analysis &amp; SOA Architecture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Weeks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Agent roles defined, microservice architecture diagram, tech stack finalized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2. Core Microservice Development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Weeks 3–5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FastAPI services for wellness &amp; crisis-detection agents, containerized with Docker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3. Multi-Agent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Weeks 6–8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CrewAI + LangGraph integration; inter-agent workflows 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4. Accessibility Layer Integration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Weeks 9–10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Whisper speech-to-text + text-to-speech pipeline; accessible Flutter UI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  <a:tr h="65714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5. Testing &amp;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Weeks 11–12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Integration testing, accessibility compliance checks, performance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71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Times New Roman"/>
                        </a:rPr>
                        <a:t>6. Deployment &amp; Documentation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Weeks 13–14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Times New Roman"/>
                        </a:rPr>
                        <a:t>Docker Compose deployment, final documentation, Review-2 preparation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228</Words>
  <Application>Microsoft Office PowerPoint</Application>
  <PresentationFormat>Widescreen</PresentationFormat>
  <Paragraphs>65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srikanth ch</cp:lastModifiedBy>
  <cp:revision>30</cp:revision>
  <dcterms:created xsi:type="dcterms:W3CDTF">2026-08-08T06:33:56Z</dcterms:created>
  <dcterms:modified xsi:type="dcterms:W3CDTF">2026-08-08T07:23:14Z</dcterms:modified>
</cp:coreProperties>
</file>